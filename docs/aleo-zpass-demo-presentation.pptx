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ALEO zPass — Age Verification Demo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2026-05-14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Frontend: Next.js (port 3000) — holder &amp; verifier UIs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Auth Backend: Express + Prisma (port 4000) — nonce, proof, JWTs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Content Backend: Express (port 4001) — serves gated content, checks revocation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ZKP Age Verification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1) GET /auth/nonce — server stores one-time nonce (5min)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2) GET /issuer/credential-by-email — obtain credential metadata (no age)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3) POST /auth/verify — backend validates nonce + revocation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4) Backend runs: leo run prove_age_over_18 ${age}u8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5) Backend issues short-lived JWT (15m) with claim isAdult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6) Content backend re-checks revocation per request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Security Properties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One-time nonce to prevent replay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Revocation checked before proof and at content access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Short-lived JWT (15 minutes)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Rate limiting on /auth/verify (5/min per IP)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Leo proves boolean only — age never revealed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Database Models (Prisma)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Credential: holderEmail, age, country, isRevoked, proofTxId, issuerSignature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Nonce: id(uuid), value, used(bool), expiresAt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User: issuer accounts (admin/issuer)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Endpoints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GET /auth/nonce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POST /auth/verify (SSE + token)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GET /issuer/credential-by-email?email=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GET /auth/check-revocation/:credentialId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Developer Commands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From backend/: npx ts-node --transpile-only src/index.ts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From backend-content/: npm run dev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From frontend/: npm run dev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Leo proof: leo run prove_age_over_18 25u8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Content Gating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isAdult=true → Adult tiles: Premium, Marketplace, Finance, Gaming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isAdult=false → Minor tiles: Education, Youth Games, Story World, Creative Studio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Add visual architecture diagram (SVG/PNG) to slide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Tailor slides for technical or management audience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Review and finalize with stakeholders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2026-05-14T01:46:00Z</dcterms:created>
  <dcterms:modified xsi:type="dcterms:W3CDTF">2026-05-14T01:46:00Z</dcterms:modified>
</cp:coreProperties>
</file>